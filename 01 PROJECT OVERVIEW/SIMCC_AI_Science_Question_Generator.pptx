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86EF2-58C8-07A0-CD68-596DA357E0DD}" v="2" dt="2026-09-25T01:45:32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2e0d869-d16d-4e08-a48c-378d01518b1d::" providerId="AD" clId="Web-{36886EF2-58C8-07A0-CD68-596DA357E0DD}"/>
    <pc:docChg chg="sldOrd">
      <pc:chgData name="Guest User" userId="S::urn:spo:tenantanon#c2e0d869-d16d-4e08-a48c-378d01518b1d::" providerId="AD" clId="Web-{36886EF2-58C8-07A0-CD68-596DA357E0DD}" dt="2026-09-25T01:45:32.137" v="1"/>
      <pc:docMkLst>
        <pc:docMk/>
      </pc:docMkLst>
      <pc:sldChg chg="ord">
        <pc:chgData name="Guest User" userId="S::urn:spo:tenantanon#c2e0d869-d16d-4e08-a48c-378d01518b1d::" providerId="AD" clId="Web-{36886EF2-58C8-07A0-CD68-596DA357E0DD}" dt="2026-09-25T01:45:32.137" v="1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3258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AI Science Question</a:t>
            </a:r>
            <a:br/>
            <a:r>
              <a:t>Generation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DDCEE"/>
                </a:solidFill>
              </a:defRPr>
            </a:pPr>
            <a:r>
              <a:t>Singapore syllabus-aligned question generation using authorised school papers and SIMCC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ED2D7"/>
                </a:solidFill>
              </a:defRPr>
            </a:pPr>
            <a:r>
              <a:t>CURRICULUM  →  KNOWLEDGE BASE  →  AI GENERATION  →  VALIDATION  →  HUMAN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1. Project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106070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554480"/>
            <a:ext cx="10222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Goal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Build an AI-assisted system that generates new Singapore Science questions aligned to the required grade, topic, skill, difficulty and assessment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46120"/>
            <a:ext cx="324612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3246120"/>
            <a:ext cx="73152" cy="160020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383279"/>
            <a:ext cx="2862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Curriculum aligned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Questions must remain within the relevant Singapore MOE syllabus and learning objectives.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24612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3246120"/>
            <a:ext cx="73152" cy="160020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3383279"/>
            <a:ext cx="2862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Original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Generate new questions—not copies or superficial rewrites of source papers.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246120"/>
            <a:ext cx="324612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3246120"/>
            <a:ext cx="73152" cy="1600200"/>
          </a:xfrm>
          <a:prstGeom prst="rect">
            <a:avLst/>
          </a:prstGeom>
          <a:solidFill>
            <a:srgbClr val="C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3383279"/>
            <a:ext cx="28620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Reviewable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Every generated question must be traceable and approved before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2. Knowledge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70"/>
                </a:solidFill>
              </a:defRPr>
            </a:pPr>
            <a:r>
              <a:t>Use controlled and authorised materials as the grounding knowledge 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4290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73152" cy="205740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00200"/>
            <a:ext cx="3044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MOE Science syllabus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Topics and learning objectives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Scientific practices / skills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Expected level by grade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290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73152" cy="205740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600200"/>
            <a:ext cx="3044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Singapore school papers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Question styles and structures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Difficulty patterns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Only papers SIMCC is authorised to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4290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73152" cy="205740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600200"/>
            <a:ext cx="3044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SIMCC standards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Internal question-writing rules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Difficulty expectations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Approved question bank / reviewer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4069080"/>
            <a:ext cx="896112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0200" y="4069080"/>
            <a:ext cx="73152" cy="123444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01368" y="4206240"/>
            <a:ext cx="85770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Important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The source material teaches the system what is appropriate; it should not become a database for copying existing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3. What SIMCC Should Be Able to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18872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2999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Grade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Primary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38328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26280" y="1417320"/>
            <a:ext cx="73152" cy="118872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1554480"/>
            <a:ext cx="2999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Topic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Electricity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17320"/>
            <a:ext cx="338328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21040" y="1417320"/>
            <a:ext cx="73152" cy="118872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1554480"/>
            <a:ext cx="2999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Skill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Application /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338328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73152" cy="118872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063240"/>
            <a:ext cx="2999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Difficulty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Hard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926080"/>
            <a:ext cx="338328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26280" y="2926080"/>
            <a:ext cx="73152" cy="118872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27448" y="3063240"/>
            <a:ext cx="2999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Format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MCQ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926080"/>
            <a:ext cx="3383280" cy="11887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2926080"/>
            <a:ext cx="73152" cy="118872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3063240"/>
            <a:ext cx="2999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Quantity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10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709160"/>
            <a:ext cx="9418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0" y="4709160"/>
            <a:ext cx="73152" cy="96012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72768" y="4846320"/>
            <a:ext cx="9034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Draft questions + answers + explanations + syllabus mapping + difficulty/quality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4. Proposed AI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Syllabus +</a:t>
            </a:r>
            <a:br/>
            <a:r>
              <a:t>Approved Papers</a:t>
            </a:r>
          </a:p>
        </p:txBody>
      </p:sp>
      <p:sp>
        <p:nvSpPr>
          <p:cNvPr id="4" name="Chevron 3"/>
          <p:cNvSpPr/>
          <p:nvPr/>
        </p:nvSpPr>
        <p:spPr>
          <a:xfrm>
            <a:off x="1645920" y="2487168"/>
            <a:ext cx="228600" cy="411480"/>
          </a:xfrm>
          <a:prstGeom prst="chevron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20240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Curriculum</a:t>
            </a:r>
            <a:br/>
            <a:r>
              <a:t>Mapping</a:t>
            </a:r>
          </a:p>
        </p:txBody>
      </p:sp>
      <p:sp>
        <p:nvSpPr>
          <p:cNvPr id="6" name="Chevron 5"/>
          <p:cNvSpPr/>
          <p:nvPr/>
        </p:nvSpPr>
        <p:spPr>
          <a:xfrm>
            <a:off x="3310128" y="2487168"/>
            <a:ext cx="228600" cy="411480"/>
          </a:xfrm>
          <a:prstGeom prst="chevron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84448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Pattern &amp;</a:t>
            </a:r>
            <a:br/>
            <a:r>
              <a:t>Difficulty Analysis</a:t>
            </a:r>
          </a:p>
        </p:txBody>
      </p:sp>
      <p:sp>
        <p:nvSpPr>
          <p:cNvPr id="8" name="Chevron 7"/>
          <p:cNvSpPr/>
          <p:nvPr/>
        </p:nvSpPr>
        <p:spPr>
          <a:xfrm>
            <a:off x="4974336" y="2487168"/>
            <a:ext cx="228600" cy="411480"/>
          </a:xfrm>
          <a:prstGeom prst="chevron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48656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Question</a:t>
            </a:r>
            <a:br/>
            <a:r>
              <a:t>Generation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6638544" y="2487168"/>
            <a:ext cx="228600" cy="411480"/>
          </a:xfrm>
          <a:prstGeom prst="chevron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12864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AI</a:t>
            </a:r>
            <a:br/>
            <a:r>
              <a:t>Verification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8302752" y="2487168"/>
            <a:ext cx="228600" cy="411480"/>
          </a:xfrm>
          <a:prstGeom prst="chevron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77072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Similarity</a:t>
            </a:r>
            <a:br/>
            <a:r>
              <a:t>Check</a:t>
            </a:r>
          </a:p>
        </p:txBody>
      </p:sp>
      <p:sp>
        <p:nvSpPr>
          <p:cNvPr id="14" name="Chevron 13"/>
          <p:cNvSpPr/>
          <p:nvPr/>
        </p:nvSpPr>
        <p:spPr>
          <a:xfrm>
            <a:off x="9966959" y="2487168"/>
            <a:ext cx="228600" cy="411480"/>
          </a:xfrm>
          <a:prstGeom prst="chevron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0" y="2148840"/>
            <a:ext cx="1353312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2B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Human</a:t>
            </a:r>
            <a:br/>
            <a:r>
              <a:t>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069080"/>
            <a:ext cx="96012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80160" y="4069080"/>
            <a:ext cx="73152" cy="123444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1328" y="4206240"/>
            <a:ext cx="9217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Final destination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Only reviewed and approved questions enter the SIMCC question bank or assessment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5. Separate Generation from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50749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73152" cy="342900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4690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AI Role 1 — Question Generator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Creates new question and options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Creates answer and explanation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Tags grade, topic and skill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Targets requested difficulty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07492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73152" cy="342900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7" y="1600200"/>
            <a:ext cx="469087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AI Role 2 — Question Validator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Checks scientific correctness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Checks whether answer is defensible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Checks syllabus alignment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Checks difficulty and ambiguity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Checks similarity to source/existing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5212080"/>
            <a:ext cx="84124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74519" y="5212080"/>
            <a:ext cx="73152" cy="73152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75688" y="5349240"/>
            <a:ext cx="802843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Principle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The generator should not be the only judge of its own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6. Every Question Must Be Traceable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17320"/>
            <a:ext cx="102412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73152" cy="128016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1554480"/>
            <a:ext cx="985723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Example metadata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P5  →  Electricity  →  Circuit concepts  →  Application  →  Hard  →  MCQ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54680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3154680"/>
            <a:ext cx="73152" cy="150876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3291840"/>
            <a:ext cx="2953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Curriculum mapping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Which syllabus objective does this question assess?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154680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154680"/>
            <a:ext cx="73152" cy="1508760"/>
          </a:xfrm>
          <a:prstGeom prst="rect">
            <a:avLst/>
          </a:prstGeom>
          <a:solidFill>
            <a:srgbClr val="C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3291840"/>
            <a:ext cx="2953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Generation record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Which approved sources and rules informed generation?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154680"/>
            <a:ext cx="33375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3154680"/>
            <a:ext cx="73152" cy="150876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3291840"/>
            <a:ext cx="29535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Review record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Who approved/rejected it and what was changed?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7. Quality Checks Before Human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578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73152" cy="1261872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417319"/>
            <a:ext cx="487375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Correctness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Scientific content and final answer are correct.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80160"/>
            <a:ext cx="52578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1280160"/>
            <a:ext cx="73152" cy="1261872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64808" y="1417319"/>
            <a:ext cx="487375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Syllabus fit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No concept outside the intended grade/level.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52928"/>
            <a:ext cx="52578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73152" cy="1261872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990088"/>
            <a:ext cx="487375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Ambiguity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No unintended second correct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852928"/>
            <a:ext cx="52578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852928"/>
            <a:ext cx="73152" cy="1261872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990088"/>
            <a:ext cx="487375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Originality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Not copied or too similar to source/existing questions.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25696"/>
            <a:ext cx="52578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425696"/>
            <a:ext cx="73152" cy="1261872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562856"/>
            <a:ext cx="487375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Difficulty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Matches requested cognitive demand, not just longer wording.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425696"/>
            <a:ext cx="52578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4425696"/>
            <a:ext cx="73152" cy="1261872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4562856"/>
            <a:ext cx="487375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Language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Clear Singapore-appropriate academic English and age level.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8. Human Approval Remains Compulsory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502920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73152" cy="333756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4645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AI can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Generate drafts quickly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Suggest variants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Produce explanations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Map questions to curriculum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Flag possible quality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02920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73152" cy="3337560"/>
          </a:xfrm>
          <a:prstGeom prst="rect">
            <a:avLst/>
          </a:prstGeom>
          <a:solidFill>
            <a:srgbClr val="B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600200"/>
            <a:ext cx="46451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AI cannot independently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Publish contest questions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Approve scientific accuracy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Decide final difficulty standard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Override academic reviewers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Use unapproved copyrighted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166360"/>
            <a:ext cx="850392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5166360"/>
            <a:ext cx="73152" cy="77724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5303520"/>
            <a:ext cx="81198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Target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AI assists the academic team—it does not replace the question setter or moderator.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</a:defRPr>
            </a:pPr>
            <a:r>
              <a:t>9. Prototype &amp;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42900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73152" cy="3611880"/>
          </a:xfrm>
          <a:prstGeom prst="rect">
            <a:avLst/>
          </a:prstGeom>
          <a:solidFill>
            <a:srgbClr val="2B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508760"/>
            <a:ext cx="304495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Prototype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Select grade/topic/skill/difficulty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Generate question set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Show answers and explanations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Show syllabus mapping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Run automatic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2900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73152" cy="3611880"/>
          </a:xfrm>
          <a:prstGeom prst="rect">
            <a:avLst/>
          </a:prstGeom>
          <a:solidFill>
            <a:srgbClr val="2A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508760"/>
            <a:ext cx="304495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Test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Compare with expert-written questions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Use unseen syllabus topics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Test duplicate/similarity detection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Test ambiguous and deliberately wrong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429000" cy="3611880"/>
          </a:xfrm>
          <a:prstGeom prst="roundRect">
            <a:avLst/>
          </a:prstGeom>
          <a:solidFill>
            <a:srgbClr val="F4F7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2440" y="1371600"/>
            <a:ext cx="73152" cy="3611880"/>
          </a:xfrm>
          <a:prstGeom prst="rect">
            <a:avLst/>
          </a:prstGeom>
          <a:solidFill>
            <a:srgbClr val="36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8" y="1508760"/>
            <a:ext cx="304495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A4A"/>
                </a:solidFill>
              </a:defRPr>
            </a:pPr>
            <a:r>
              <a:t>KPIs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% accepted by reviewers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Scientific accuracy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Syllabus alignment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Similarity/originality rate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Difficulty agreement</a:t>
            </a:r>
          </a:p>
          <a:p>
            <a:pPr>
              <a:spcBef>
                <a:spcPts val="500"/>
              </a:spcBef>
              <a:defRPr sz="1200">
                <a:solidFill>
                  <a:srgbClr val="20262D"/>
                </a:solidFill>
              </a:defRPr>
            </a:pPr>
            <a:r>
              <a:t>Time saved per approved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3737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C96"/>
                </a:solidFill>
              </a:defRPr>
            </a:pPr>
            <a:r>
              <a:t>SIMCC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02FFDF3D868149912EE89B65D38066" ma:contentTypeVersion="19" ma:contentTypeDescription="Create a new document." ma:contentTypeScope="" ma:versionID="e631f12169c5c95f55423aa98a4a9094">
  <xsd:schema xmlns:xsd="http://www.w3.org/2001/XMLSchema" xmlns:xs="http://www.w3.org/2001/XMLSchema" xmlns:p="http://schemas.microsoft.com/office/2006/metadata/properties" xmlns:ns2="616ae979-ef5b-423f-95e0-748e06cd2202" xmlns:ns3="1e23bdcc-275c-4c7d-9b4d-4790320c546e" targetNamespace="http://schemas.microsoft.com/office/2006/metadata/properties" ma:root="true" ma:fieldsID="16f160d7344fed4c24c8f5a83e6d6f69" ns2:_="" ns3:_="">
    <xsd:import namespace="616ae979-ef5b-423f-95e0-748e06cd2202"/>
    <xsd:import namespace="1e23bdcc-275c-4c7d-9b4d-4790320c54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6ae979-ef5b-423f-95e0-748e06cd22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356e09c-5baa-417a-9398-0fafec6286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3bdcc-275c-4c7d-9b4d-4790320c546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987540-bb9a-4267-8924-8c8f50296487}" ma:internalName="TaxCatchAll" ma:showField="CatchAllData" ma:web="1e23bdcc-275c-4c7d-9b4d-4790320c54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6ae979-ef5b-423f-95e0-748e06cd2202">
      <Terms xmlns="http://schemas.microsoft.com/office/infopath/2007/PartnerControls"/>
    </lcf76f155ced4ddcb4097134ff3c332f>
    <TaxCatchAll xmlns="1e23bdcc-275c-4c7d-9b4d-4790320c546e" xsi:nil="true"/>
  </documentManagement>
</p:properties>
</file>

<file path=customXml/itemProps1.xml><?xml version="1.0" encoding="utf-8"?>
<ds:datastoreItem xmlns:ds="http://schemas.openxmlformats.org/officeDocument/2006/customXml" ds:itemID="{65DEBC1B-09E3-452F-A7C4-FC40690770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3D9403-00F1-42F6-8DAD-69B5F62612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6ae979-ef5b-423f-95e0-748e06cd2202"/>
    <ds:schemaRef ds:uri="1e23bdcc-275c-4c7d-9b4d-4790320c54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2DF4C9-7088-4340-A1C4-8E90E3F753ED}">
  <ds:schemaRefs>
    <ds:schemaRef ds:uri="http://schemas.microsoft.com/office/2006/metadata/properties"/>
    <ds:schemaRef ds:uri="http://schemas.microsoft.com/office/infopath/2007/PartnerControls"/>
    <ds:schemaRef ds:uri="616ae979-ef5b-423f-95e0-748e06cd2202"/>
    <ds:schemaRef ds:uri="1e23bdcc-275c-4c7d-9b4d-4790320c546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612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Sophie Koh</cp:lastModifiedBy>
  <cp:revision>4</cp:revision>
  <dcterms:created xsi:type="dcterms:W3CDTF">2013-01-27T09:14:16Z</dcterms:created>
  <dcterms:modified xsi:type="dcterms:W3CDTF">2026-09-25T01:45:40Z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0x010100B502FFDF3D868149912EE89B65D38066</vt:lpwstr>
  </property>
  <property fmtid="{D5CDD505-2E9C-101B-9397-08002B2CF9AE}" pid="3" name="MediaServiceImageTags">
    <vt:lpwstr/>
  </property>
</Properties>
</file>